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9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1312862"/>
            <a:ext cx="8229600" cy="27257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Food Sales Dashboard </a:t>
            </a:r>
            <a:br>
              <a:rPr lang="en-US" b="1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</a:b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and</a:t>
            </a:r>
            <a:br>
              <a:rPr lang="en-US" b="1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</a:b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 Business Insights</a:t>
            </a:r>
            <a:endParaRPr sz="2000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7375" y="3713956"/>
            <a:ext cx="5429250" cy="877887"/>
          </a:xfrm>
        </p:spPr>
        <p:txBody>
          <a:bodyPr/>
          <a:lstStyle/>
          <a:p>
            <a:pPr marL="0" indent="0">
              <a:buNone/>
            </a:pPr>
            <a:endParaRPr sz="2000" dirty="0">
              <a:solidFill>
                <a:srgbClr val="323232"/>
              </a:solidFill>
            </a:endParaRPr>
          </a:p>
          <a:p>
            <a:pPr marL="0" indent="0">
              <a:buNone/>
            </a:pPr>
            <a:r>
              <a:rPr sz="2000" dirty="0">
                <a:solidFill>
                  <a:schemeClr val="bg1">
                    <a:lumMod val="50000"/>
                  </a:schemeClr>
                </a:solidFill>
                <a:latin typeface="Bodoni MT" panose="02070603080606020203" pitchFamily="18" charset="0"/>
              </a:rPr>
              <a:t>Domain: Business Intelligence &amp; Data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7312" y="1609725"/>
            <a:ext cx="6429375" cy="4525963"/>
          </a:xfrm>
        </p:spPr>
        <p:txBody>
          <a:bodyPr/>
          <a:lstStyle/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This project analyzes e-commerce sales data to uncover business insights.</a:t>
            </a:r>
          </a:p>
          <a:p>
            <a:pPr marL="0" indent="0">
              <a:buNone/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• Built using Microsoft Power BI for visualization.</a:t>
            </a:r>
          </a:p>
          <a:p>
            <a:pPr marL="0" indent="0">
              <a:buNone/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• Focused on Sales, Profit, Customer Segments, and Product Performance.</a:t>
            </a:r>
          </a:p>
          <a:p>
            <a:pPr marL="0" indent="0">
              <a:buNone/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• Goal: Support business decision-making and improve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4887" y="1600200"/>
            <a:ext cx="7134225" cy="4525963"/>
          </a:xfrm>
        </p:spPr>
        <p:txBody>
          <a:bodyPr/>
          <a:lstStyle/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Dataset Name: </a:t>
            </a: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Balaji Fast Food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 Sales</a:t>
            </a:r>
          </a:p>
          <a:p>
            <a:pPr marL="0" indent="0">
              <a:buNone/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• Source: Kaggle</a:t>
            </a:r>
          </a:p>
          <a:p>
            <a:pPr marL="0" indent="0">
              <a:buNone/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• Rows: 10,000+ | Columns: 15+ (Sales, Category, Date, Region, etc.)</a:t>
            </a:r>
          </a:p>
          <a:p>
            <a:pPr marL="0" indent="0">
              <a:buNone/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• Data represents online sales transactions across multiple locations.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Data Cleaning &amp;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3012" y="1724025"/>
            <a:ext cx="6657975" cy="4525963"/>
          </a:xfrm>
        </p:spPr>
        <p:txBody>
          <a:bodyPr/>
          <a:lstStyle/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Removed duplicates and null values.</a:t>
            </a:r>
          </a:p>
          <a:p>
            <a:pPr marL="0" indent="0">
              <a:buNone/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• Converted Date field to proper Date format.</a:t>
            </a:r>
          </a:p>
          <a:p>
            <a:pPr marL="0" indent="0">
              <a:buNone/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• Standardized text fields (Product, Region names).</a:t>
            </a:r>
          </a:p>
          <a:p>
            <a:pPr marL="0" indent="0">
              <a:buNone/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• Created new calculated fields (Revenue, Profit, Margin).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Power BI 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812" y="1609725"/>
            <a:ext cx="6810375" cy="4525963"/>
          </a:xfrm>
        </p:spPr>
        <p:txBody>
          <a:bodyPr/>
          <a:lstStyle/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>
                <a:solidFill>
                  <a:srgbClr val="323232"/>
                </a:solidFill>
                <a:latin typeface="Bell MT" panose="02020503060305020303" pitchFamily="18" charset="0"/>
              </a:rPr>
              <a:t>Total Sales and Profit KPIs.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  <a:latin typeface="Bell MT" panose="02020503060305020303" pitchFamily="18" charset="0"/>
              </a:rPr>
              <a:t>• Sales Trend over Months (Line Chart).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  <a:latin typeface="Bell MT" panose="02020503060305020303" pitchFamily="18" charset="0"/>
              </a:rPr>
              <a:t>• Top Performing Product Categories (Bar / </a:t>
            </a:r>
            <a:r>
              <a:rPr lang="en-IN" sz="2000" dirty="0">
                <a:solidFill>
                  <a:srgbClr val="323232"/>
                </a:solidFill>
                <a:latin typeface="Bell MT" panose="02020503060305020303" pitchFamily="18" charset="0"/>
              </a:rPr>
              <a:t>pie</a:t>
            </a:r>
            <a:r>
              <a:rPr sz="2000" dirty="0">
                <a:solidFill>
                  <a:srgbClr val="323232"/>
                </a:solidFill>
                <a:latin typeface="Bell MT" panose="02020503060305020303" pitchFamily="18" charset="0"/>
              </a:rPr>
              <a:t> Chart).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  <a:latin typeface="Bell MT" panose="02020503060305020303" pitchFamily="18" charset="0"/>
              </a:rPr>
              <a:t>• Sales by Region on Map Visualization.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  <a:latin typeface="Bell MT" panose="02020503060305020303" pitchFamily="18" charset="0"/>
              </a:rPr>
              <a:t>• Customer Segment &amp; Order Type Breakdown.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Insights Derived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4887" y="1600200"/>
            <a:ext cx="7134225" cy="4525963"/>
          </a:xfrm>
        </p:spPr>
        <p:txBody>
          <a:bodyPr/>
          <a:lstStyle/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Some product categories show significantly higher profit.</a:t>
            </a:r>
          </a:p>
          <a:p>
            <a:pPr marL="0" indent="0">
              <a:buNone/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• Sales peak during festival and discount seasons.</a:t>
            </a:r>
          </a:p>
          <a:p>
            <a:pPr marL="0" indent="0">
              <a:buNone/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• Certain regions are strong markets compared to others.</a:t>
            </a:r>
          </a:p>
          <a:p>
            <a:pPr marL="0" indent="0">
              <a:buNone/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• Profit margin varies by product, indicating pricing strategy opportunities.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8225" y="1581150"/>
            <a:ext cx="7210425" cy="4525963"/>
          </a:xfrm>
        </p:spPr>
        <p:txBody>
          <a:bodyPr/>
          <a:lstStyle/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>
                <a:solidFill>
                  <a:srgbClr val="323232"/>
                </a:solidFill>
                <a:latin typeface="Bell MT" panose="02020503060305020303" pitchFamily="18" charset="0"/>
              </a:rPr>
              <a:t>Increase inventory for high-demand product categories.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  <a:latin typeface="Bell MT" panose="02020503060305020303" pitchFamily="18" charset="0"/>
              </a:rPr>
              <a:t>• Apply targeted discounts in low-performing regions.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  <a:latin typeface="Bell MT" panose="02020503060305020303" pitchFamily="18" charset="0"/>
              </a:rPr>
              <a:t>• Improve delivery logistics to enhance customer satisfaction.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  <a:latin typeface="Bell MT" panose="02020503060305020303" pitchFamily="18" charset="0"/>
              </a:rPr>
              <a:t>• Focus marketing efforts on top-performing customer segments.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5-11-07 1441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3500"/>
            <a:ext cx="8229600" cy="47912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D5396A-EEC9-3978-27D1-2929110AD28F}"/>
              </a:ext>
            </a:extLst>
          </p:cNvPr>
          <p:cNvSpPr txBox="1"/>
          <p:nvPr/>
        </p:nvSpPr>
        <p:spPr>
          <a:xfrm>
            <a:off x="3151290" y="183862"/>
            <a:ext cx="28414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Dashboards</a:t>
            </a:r>
            <a:endParaRPr lang="en-IN" sz="32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35358A-1D3C-0A25-0B89-A57485F299A3}"/>
              </a:ext>
            </a:extLst>
          </p:cNvPr>
          <p:cNvCxnSpPr>
            <a:cxnSpLocks/>
          </p:cNvCxnSpPr>
          <p:nvPr/>
        </p:nvCxnSpPr>
        <p:spPr>
          <a:xfrm>
            <a:off x="2624136" y="768637"/>
            <a:ext cx="389572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5-11-07 1441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495425"/>
            <a:ext cx="8229600" cy="46945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4925" y="1666875"/>
            <a:ext cx="6553200" cy="2505075"/>
          </a:xfrm>
        </p:spPr>
        <p:txBody>
          <a:bodyPr/>
          <a:lstStyle/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>
                <a:solidFill>
                  <a:srgbClr val="323232"/>
                </a:solidFill>
                <a:latin typeface="Bell MT" panose="02020503060305020303" pitchFamily="18" charset="0"/>
              </a:rPr>
              <a:t>Power BI enabled deep analysis of sales and profit performance.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  <a:latin typeface="Bell MT" panose="02020503060305020303" pitchFamily="18" charset="0"/>
              </a:rPr>
              <a:t>• Dashboard provides actionable insights for decision-makers.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  <a:latin typeface="Bell MT" panose="02020503060305020303" pitchFamily="18" charset="0"/>
              </a:rPr>
              <a:t>• Helps improve business growth and optimize revenue</a:t>
            </a:r>
            <a:r>
              <a:rPr lang="en-IN" sz="2000" dirty="0">
                <a:solidFill>
                  <a:srgbClr val="323232"/>
                </a:solidFill>
                <a:latin typeface="Bell MT" panose="02020503060305020303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15C7CE-D7F1-E126-949A-BB776E259413}"/>
              </a:ext>
            </a:extLst>
          </p:cNvPr>
          <p:cNvSpPr txBox="1"/>
          <p:nvPr/>
        </p:nvSpPr>
        <p:spPr>
          <a:xfrm>
            <a:off x="2830885" y="5095875"/>
            <a:ext cx="35012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solidFill>
                  <a:schemeClr val="accent6">
                    <a:lumMod val="75000"/>
                  </a:schemeClr>
                </a:solidFill>
                <a:latin typeface="Bradley Hand ITC" panose="03070402050302030203" pitchFamily="66" charset="0"/>
              </a:rPr>
              <a:t>THANKYOU!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308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Bell MT</vt:lpstr>
      <vt:lpstr>Bodoni MT</vt:lpstr>
      <vt:lpstr>Bradley Hand ITC</vt:lpstr>
      <vt:lpstr>Calibri</vt:lpstr>
      <vt:lpstr>Office Theme</vt:lpstr>
      <vt:lpstr>Food Sales Dashboard  and  Business Insights</vt:lpstr>
      <vt:lpstr>Project Overview</vt:lpstr>
      <vt:lpstr>Dataset Details</vt:lpstr>
      <vt:lpstr>Data Cleaning &amp; Transformation</vt:lpstr>
      <vt:lpstr>Power BI Dashboard Features</vt:lpstr>
      <vt:lpstr>Insights Derived</vt:lpstr>
      <vt:lpstr>Business Recommendations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</dc:creator>
  <cp:keywords/>
  <dc:description>generated using python-pptx</dc:description>
  <cp:lastModifiedBy>vaseek muhammed</cp:lastModifiedBy>
  <cp:revision>2</cp:revision>
  <dcterms:created xsi:type="dcterms:W3CDTF">2013-01-27T09:14:16Z</dcterms:created>
  <dcterms:modified xsi:type="dcterms:W3CDTF">2025-11-07T09:57:39Z</dcterms:modified>
  <cp:category/>
</cp:coreProperties>
</file>